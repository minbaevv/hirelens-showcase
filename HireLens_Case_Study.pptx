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KUBANYCHBEK DUISHEKEEV · PYTHON BACKEND &amp; AI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HireLens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7D7A75"/>
                </a:solidFill>
                <a:latin typeface="Arial"/>
              </a:rPr>
              <a:t>AI-рекрутинг · Самостоятельный MVP · Июнь–август 2026.
Исходный код закрыт. Тестовое развёртывание офлайн.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77200" y="63055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HIRELENS · СЦЕНАРИЙ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От вакансии к решению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7D7A75"/>
                </a:solidFill>
                <a:latin typeface="Arial"/>
              </a:rPr>
              <a:t>AI помогает подготовить материалы; окончательное решение принимает человек.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05000" y="3448050"/>
            <a:ext cx="83820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7" name="Process step 1 marker"/>
          <p:cNvSpPr/>
          <p:nvPr/>
        </p:nvSpPr>
        <p:spPr>
          <a:xfrm>
            <a:off x="2324100" y="3200400"/>
            <a:ext cx="495299" cy="49529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241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Вакансия и отклик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HR создаёт вакансию.
Кандидат подаёт заявку
и информацию о себе.</a:t>
            </a:r>
          </a:p>
        </p:txBody>
      </p:sp>
      <p:sp>
        <p:nvSpPr>
          <p:cNvPr id="11" name="Process step 2 marker"/>
          <p:cNvSpPr/>
          <p:nvPr/>
        </p:nvSpPr>
        <p:spPr>
          <a:xfrm>
            <a:off x="5848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8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Интервью и анализ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LLM-интеграции поддерживают
интервью и оценку.
Whisper обрабатывает речь.</a:t>
            </a:r>
          </a:p>
        </p:txBody>
      </p:sp>
      <p:sp>
        <p:nvSpPr>
          <p:cNvPr id="15" name="Process step 3 marker"/>
          <p:cNvSpPr/>
          <p:nvPr/>
        </p:nvSpPr>
        <p:spPr>
          <a:xfrm>
            <a:off x="937260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Проверка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HR изучает результат,
работает с Kanban
и экспортирует отчёты.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HIRELENS · АРХИТЕКТУРА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Python API и внешние AI-сервисы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Приложение и данные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React 18 / Vite / Tailwind
FastAPI / Pydantic
SQLAlchemy / PostgreSQL
Alembic / Docker Compose
JWT, роли, API-ключи, лимиты
и журналирование действий.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Интеграции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Claude и Groq через Python SDK
Повторные запросы / fallback
Whisper STT / FFmpeg
Google Calendar / уведомления
PDF и Excel отчёты
В этом архиве нет LangChain
или LangGraph.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HIRELENS · ИНВЕНТАРЬ КОДА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Проверяемый масштаб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Статическое чтение архива. Тесты и production-поведение не проверялись.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143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3390900"/>
            <a:ext cx="325120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783DE"/>
                </a:solidFill>
                <a:latin typeface="Arial"/>
              </a:rPr>
              <a:t>100+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8650"/>
            <a:ext cx="32512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</a:rPr>
              <a:t>API-маршрутов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24400"/>
            <a:ext cx="3251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122 декларации в исходниках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0400" y="3390900"/>
            <a:ext cx="325120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C2C2B"/>
                </a:solidFill>
                <a:latin typeface="Arial"/>
              </a:rPr>
              <a:t>224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0400" y="4438650"/>
            <a:ext cx="32512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</a:rPr>
              <a:t>Тестовые функции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0400" y="4724400"/>
            <a:ext cx="3251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Не количество passed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4999" y="3390900"/>
            <a:ext cx="3251200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sz="5850" b="1" i="0" u="none">
                <a:solidFill>
                  <a:srgbClr val="2C2C2B"/>
                </a:solidFill>
                <a:latin typeface="Arial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99" y="4438650"/>
            <a:ext cx="32512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C2C2B"/>
                </a:solidFill>
                <a:latin typeface="Arial"/>
              </a:rPr>
              <a:t>Файлов миграций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99" y="4724400"/>
            <a:ext cx="3251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Alembic / схема БД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HireLens Case Study</dc:title>
  <dc:subject/>
  <dc:creator>Notion AI</dc:creator>
  <cp:keywords/>
  <dc:description>generated using python-pptx</dc:description>
  <cp:lastModifiedBy>Notion AI</cp:lastModifiedBy>
  <cp:revision>1</cp:revision>
  <dcterms:created xsi:type="dcterms:W3CDTF">2026-10-07T14:56:49Z</dcterms:created>
  <dcterms:modified xsi:type="dcterms:W3CDTF">2026-10-07T14:56:49Z</dcterms:modified>
  <cp:category/>
</cp:coreProperties>
</file>